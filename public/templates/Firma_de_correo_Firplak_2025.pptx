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0887075" cy="30003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8E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9F6A71-9550-489F-90B5-CEFDD8D68FBC}" v="12" dt="2025-04-21T17:16:13.3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144" y="9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Molina Isaza" userId="f7fe124a-a139-4d9b-ab78-efd181505c03" providerId="ADAL" clId="{529F6A71-9550-489F-90B5-CEFDD8D68FBC}"/>
    <pc:docChg chg="undo custSel modSld">
      <pc:chgData name="Gabriel Molina Isaza" userId="f7fe124a-a139-4d9b-ab78-efd181505c03" providerId="ADAL" clId="{529F6A71-9550-489F-90B5-CEFDD8D68FBC}" dt="2025-04-21T17:16:16.631" v="375" actId="962"/>
      <pc:docMkLst>
        <pc:docMk/>
      </pc:docMkLst>
      <pc:sldChg chg="addSp delSp modSp mod modTransition addAnim delAnim modAnim">
        <pc:chgData name="Gabriel Molina Isaza" userId="f7fe124a-a139-4d9b-ab78-efd181505c03" providerId="ADAL" clId="{529F6A71-9550-489F-90B5-CEFDD8D68FBC}" dt="2025-04-21T17:16:16.631" v="375" actId="962"/>
        <pc:sldMkLst>
          <pc:docMk/>
          <pc:sldMk cId="3711108319" sldId="256"/>
        </pc:sldMkLst>
        <pc:spChg chg="mod">
          <ac:chgData name="Gabriel Molina Isaza" userId="f7fe124a-a139-4d9b-ab78-efd181505c03" providerId="ADAL" clId="{529F6A71-9550-489F-90B5-CEFDD8D68FBC}" dt="2025-04-21T15:26:02.841" v="368" actId="20577"/>
          <ac:spMkLst>
            <pc:docMk/>
            <pc:sldMk cId="3711108319" sldId="256"/>
            <ac:spMk id="8" creationId="{9159B188-4FF4-4BB3-AC02-DD4A7895C85F}"/>
          </ac:spMkLst>
        </pc:spChg>
        <pc:spChg chg="mod">
          <ac:chgData name="Gabriel Molina Isaza" userId="f7fe124a-a139-4d9b-ab78-efd181505c03" providerId="ADAL" clId="{529F6A71-9550-489F-90B5-CEFDD8D68FBC}" dt="2025-04-21T15:26:04.478" v="370" actId="20577"/>
          <ac:spMkLst>
            <pc:docMk/>
            <pc:sldMk cId="3711108319" sldId="256"/>
            <ac:spMk id="10" creationId="{C68A35E7-86C5-4D8E-9C9D-B8444814B444}"/>
          </ac:spMkLst>
        </pc:spChg>
        <pc:picChg chg="add del mod ord">
          <ac:chgData name="Gabriel Molina Isaza" userId="f7fe124a-a139-4d9b-ab78-efd181505c03" providerId="ADAL" clId="{529F6A71-9550-489F-90B5-CEFDD8D68FBC}" dt="2025-04-21T17:14:59.061" v="372" actId="478"/>
          <ac:picMkLst>
            <pc:docMk/>
            <pc:sldMk cId="3711108319" sldId="256"/>
            <ac:picMk id="3" creationId="{37F273D4-4E4B-6EAC-2A5D-C520111A6E23}"/>
          </ac:picMkLst>
        </pc:picChg>
        <pc:picChg chg="add del mod">
          <ac:chgData name="Gabriel Molina Isaza" userId="f7fe124a-a139-4d9b-ab78-efd181505c03" providerId="ADAL" clId="{529F6A71-9550-489F-90B5-CEFDD8D68FBC}" dt="2025-04-21T15:23:08.067" v="303"/>
          <ac:picMkLst>
            <pc:docMk/>
            <pc:sldMk cId="3711108319" sldId="256"/>
            <ac:picMk id="4" creationId="{06C48701-ABA2-8910-520D-076E0EF5BB79}"/>
          </ac:picMkLst>
        </pc:picChg>
        <pc:picChg chg="add mod">
          <ac:chgData name="Gabriel Molina Isaza" userId="f7fe124a-a139-4d9b-ab78-efd181505c03" providerId="ADAL" clId="{529F6A71-9550-489F-90B5-CEFDD8D68FBC}" dt="2025-04-21T17:16:16.631" v="375" actId="962"/>
          <ac:picMkLst>
            <pc:docMk/>
            <pc:sldMk cId="3711108319" sldId="256"/>
            <ac:picMk id="4" creationId="{599DE51C-5107-AC65-D521-61FCA0234E37}"/>
          </ac:picMkLst>
        </pc:picChg>
        <pc:picChg chg="add del mod">
          <ac:chgData name="Gabriel Molina Isaza" userId="f7fe124a-a139-4d9b-ab78-efd181505c03" providerId="ADAL" clId="{529F6A71-9550-489F-90B5-CEFDD8D68FBC}" dt="2025-04-21T15:17:25.618" v="126"/>
          <ac:picMkLst>
            <pc:docMk/>
            <pc:sldMk cId="3711108319" sldId="256"/>
            <ac:picMk id="6" creationId="{4518F527-BDB6-AA5B-D1AE-9B43A055FE19}"/>
          </ac:picMkLst>
        </pc:picChg>
        <pc:picChg chg="del">
          <ac:chgData name="Gabriel Molina Isaza" userId="f7fe124a-a139-4d9b-ab78-efd181505c03" providerId="ADAL" clId="{529F6A71-9550-489F-90B5-CEFDD8D68FBC}" dt="2025-04-21T15:07:05.280" v="0" actId="478"/>
          <ac:picMkLst>
            <pc:docMk/>
            <pc:sldMk cId="3711108319" sldId="256"/>
            <ac:picMk id="7" creationId="{F7063588-7DAA-0F60-49C8-E0CB2589BA8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0885" y="491034"/>
            <a:ext cx="8165306" cy="1044575"/>
          </a:xfrm>
        </p:spPr>
        <p:txBody>
          <a:bodyPr anchor="b"/>
          <a:lstStyle>
            <a:lvl1pPr algn="ctr">
              <a:defRPr sz="262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0885" y="1575892"/>
            <a:ext cx="8165306" cy="724396"/>
          </a:xfrm>
        </p:spPr>
        <p:txBody>
          <a:bodyPr/>
          <a:lstStyle>
            <a:lvl1pPr marL="0" indent="0" algn="ctr">
              <a:buNone/>
              <a:defRPr sz="1050"/>
            </a:lvl1pPr>
            <a:lvl2pPr marL="200025" indent="0" algn="ctr">
              <a:buNone/>
              <a:defRPr sz="875"/>
            </a:lvl2pPr>
            <a:lvl3pPr marL="400050" indent="0" algn="ctr">
              <a:buNone/>
              <a:defRPr sz="788"/>
            </a:lvl3pPr>
            <a:lvl4pPr marL="600075" indent="0" algn="ctr">
              <a:buNone/>
              <a:defRPr sz="700"/>
            </a:lvl4pPr>
            <a:lvl5pPr marL="800100" indent="0" algn="ctr">
              <a:buNone/>
              <a:defRPr sz="700"/>
            </a:lvl5pPr>
            <a:lvl6pPr marL="1000125" indent="0" algn="ctr">
              <a:buNone/>
              <a:defRPr sz="700"/>
            </a:lvl6pPr>
            <a:lvl7pPr marL="1200150" indent="0" algn="ctr">
              <a:buNone/>
              <a:defRPr sz="700"/>
            </a:lvl7pPr>
            <a:lvl8pPr marL="1400175" indent="0" algn="ctr">
              <a:buNone/>
              <a:defRPr sz="700"/>
            </a:lvl8pPr>
            <a:lvl9pPr marL="1600200" indent="0" algn="ctr">
              <a:buNone/>
              <a:defRPr sz="7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0FBC-FC4E-44F7-819A-C6D32362B7C1}" type="datetimeFigureOut">
              <a:rPr lang="es-CO" smtClean="0"/>
              <a:t>21/04/2025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0321A-65DF-4965-89FD-742BE6DCF7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6832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0FBC-FC4E-44F7-819A-C6D32362B7C1}" type="datetimeFigureOut">
              <a:rPr lang="es-CO" smtClean="0"/>
              <a:t>21/04/2025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0321A-65DF-4965-89FD-742BE6DCF7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09254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816" y="748011"/>
            <a:ext cx="9390102" cy="1248072"/>
          </a:xfrm>
        </p:spPr>
        <p:txBody>
          <a:bodyPr anchor="b"/>
          <a:lstStyle>
            <a:lvl1pPr>
              <a:defRPr sz="262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816" y="2007890"/>
            <a:ext cx="9390102" cy="656332"/>
          </a:xfrm>
        </p:spPr>
        <p:txBody>
          <a:bodyPr/>
          <a:lstStyle>
            <a:lvl1pPr marL="0" indent="0">
              <a:buNone/>
              <a:defRPr sz="1050">
                <a:solidFill>
                  <a:schemeClr val="tx1">
                    <a:tint val="82000"/>
                  </a:schemeClr>
                </a:solidFill>
              </a:defRPr>
            </a:lvl1pPr>
            <a:lvl2pPr marL="200025" indent="0">
              <a:buNone/>
              <a:defRPr sz="875">
                <a:solidFill>
                  <a:schemeClr val="tx1">
                    <a:tint val="82000"/>
                  </a:schemeClr>
                </a:solidFill>
              </a:defRPr>
            </a:lvl2pPr>
            <a:lvl3pPr marL="400050" indent="0">
              <a:buNone/>
              <a:defRPr sz="788">
                <a:solidFill>
                  <a:schemeClr val="tx1">
                    <a:tint val="82000"/>
                  </a:schemeClr>
                </a:solidFill>
              </a:defRPr>
            </a:lvl3pPr>
            <a:lvl4pPr marL="600075" indent="0">
              <a:buNone/>
              <a:defRPr sz="700">
                <a:solidFill>
                  <a:schemeClr val="tx1">
                    <a:tint val="82000"/>
                  </a:schemeClr>
                </a:solidFill>
              </a:defRPr>
            </a:lvl4pPr>
            <a:lvl5pPr marL="800100" indent="0">
              <a:buNone/>
              <a:defRPr sz="700">
                <a:solidFill>
                  <a:schemeClr val="tx1">
                    <a:tint val="82000"/>
                  </a:schemeClr>
                </a:solidFill>
              </a:defRPr>
            </a:lvl5pPr>
            <a:lvl6pPr marL="1000125" indent="0">
              <a:buNone/>
              <a:defRPr sz="700">
                <a:solidFill>
                  <a:schemeClr val="tx1">
                    <a:tint val="82000"/>
                  </a:schemeClr>
                </a:solidFill>
              </a:defRPr>
            </a:lvl6pPr>
            <a:lvl7pPr marL="1200150" indent="0">
              <a:buNone/>
              <a:defRPr sz="700">
                <a:solidFill>
                  <a:schemeClr val="tx1">
                    <a:tint val="82000"/>
                  </a:schemeClr>
                </a:solidFill>
              </a:defRPr>
            </a:lvl7pPr>
            <a:lvl8pPr marL="1400175" indent="0">
              <a:buNone/>
              <a:defRPr sz="700">
                <a:solidFill>
                  <a:schemeClr val="tx1">
                    <a:tint val="82000"/>
                  </a:schemeClr>
                </a:solidFill>
              </a:defRPr>
            </a:lvl8pPr>
            <a:lvl9pPr marL="1600200" indent="0">
              <a:buNone/>
              <a:defRPr sz="7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0FBC-FC4E-44F7-819A-C6D32362B7C1}" type="datetimeFigureOut">
              <a:rPr lang="es-CO" smtClean="0"/>
              <a:t>21/04/2025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0321A-65DF-4965-89FD-742BE6DCF7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7190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8486" y="798711"/>
            <a:ext cx="4627007" cy="190371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11582" y="798711"/>
            <a:ext cx="4627007" cy="190371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0FBC-FC4E-44F7-819A-C6D32362B7C1}" type="datetimeFigureOut">
              <a:rPr lang="es-CO" smtClean="0"/>
              <a:t>21/04/2025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0321A-65DF-4965-89FD-742BE6DCF7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502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905" y="159742"/>
            <a:ext cx="9390102" cy="57993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9905" y="735509"/>
            <a:ext cx="4605743" cy="360462"/>
          </a:xfrm>
        </p:spPr>
        <p:txBody>
          <a:bodyPr anchor="b"/>
          <a:lstStyle>
            <a:lvl1pPr marL="0" indent="0">
              <a:buNone/>
              <a:defRPr sz="1050" b="1"/>
            </a:lvl1pPr>
            <a:lvl2pPr marL="200025" indent="0">
              <a:buNone/>
              <a:defRPr sz="875" b="1"/>
            </a:lvl2pPr>
            <a:lvl3pPr marL="400050" indent="0">
              <a:buNone/>
              <a:defRPr sz="788" b="1"/>
            </a:lvl3pPr>
            <a:lvl4pPr marL="600075" indent="0">
              <a:buNone/>
              <a:defRPr sz="700" b="1"/>
            </a:lvl4pPr>
            <a:lvl5pPr marL="800100" indent="0">
              <a:buNone/>
              <a:defRPr sz="700" b="1"/>
            </a:lvl5pPr>
            <a:lvl6pPr marL="1000125" indent="0">
              <a:buNone/>
              <a:defRPr sz="700" b="1"/>
            </a:lvl6pPr>
            <a:lvl7pPr marL="1200150" indent="0">
              <a:buNone/>
              <a:defRPr sz="700" b="1"/>
            </a:lvl7pPr>
            <a:lvl8pPr marL="1400175" indent="0">
              <a:buNone/>
              <a:defRPr sz="700" b="1"/>
            </a:lvl8pPr>
            <a:lvl9pPr marL="1600200" indent="0">
              <a:buNone/>
              <a:defRPr sz="7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9905" y="1095970"/>
            <a:ext cx="4605743" cy="16120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11582" y="735509"/>
            <a:ext cx="4628425" cy="360462"/>
          </a:xfrm>
        </p:spPr>
        <p:txBody>
          <a:bodyPr anchor="b"/>
          <a:lstStyle>
            <a:lvl1pPr marL="0" indent="0">
              <a:buNone/>
              <a:defRPr sz="1050" b="1"/>
            </a:lvl1pPr>
            <a:lvl2pPr marL="200025" indent="0">
              <a:buNone/>
              <a:defRPr sz="875" b="1"/>
            </a:lvl2pPr>
            <a:lvl3pPr marL="400050" indent="0">
              <a:buNone/>
              <a:defRPr sz="788" b="1"/>
            </a:lvl3pPr>
            <a:lvl4pPr marL="600075" indent="0">
              <a:buNone/>
              <a:defRPr sz="700" b="1"/>
            </a:lvl4pPr>
            <a:lvl5pPr marL="800100" indent="0">
              <a:buNone/>
              <a:defRPr sz="700" b="1"/>
            </a:lvl5pPr>
            <a:lvl6pPr marL="1000125" indent="0">
              <a:buNone/>
              <a:defRPr sz="700" b="1"/>
            </a:lvl6pPr>
            <a:lvl7pPr marL="1200150" indent="0">
              <a:buNone/>
              <a:defRPr sz="700" b="1"/>
            </a:lvl7pPr>
            <a:lvl8pPr marL="1400175" indent="0">
              <a:buNone/>
              <a:defRPr sz="700" b="1"/>
            </a:lvl8pPr>
            <a:lvl9pPr marL="1600200" indent="0">
              <a:buNone/>
              <a:defRPr sz="7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11582" y="1095970"/>
            <a:ext cx="4628425" cy="16120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0FBC-FC4E-44F7-819A-C6D32362B7C1}" type="datetimeFigureOut">
              <a:rPr lang="es-CO" smtClean="0"/>
              <a:t>21/04/2025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0321A-65DF-4965-89FD-742BE6DCF7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31036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0FBC-FC4E-44F7-819A-C6D32362B7C1}" type="datetimeFigureOut">
              <a:rPr lang="es-CO" smtClean="0"/>
              <a:t>21/04/2025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0321A-65DF-4965-89FD-742BE6DCF7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636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0FBC-FC4E-44F7-819A-C6D32362B7C1}" type="datetimeFigureOut">
              <a:rPr lang="es-CO" smtClean="0"/>
              <a:t>21/04/2025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0321A-65DF-4965-89FD-742BE6DCF7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3134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905" y="200025"/>
            <a:ext cx="3511365" cy="700088"/>
          </a:xfrm>
        </p:spPr>
        <p:txBody>
          <a:bodyPr anchor="b"/>
          <a:lstStyle>
            <a:lvl1pPr>
              <a:defRPr sz="1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8425" y="431999"/>
            <a:ext cx="5511582" cy="2132211"/>
          </a:xfrm>
        </p:spPr>
        <p:txBody>
          <a:bodyPr/>
          <a:lstStyle>
            <a:lvl1pPr>
              <a:defRPr sz="1400"/>
            </a:lvl1pPr>
            <a:lvl2pPr>
              <a:defRPr sz="1225"/>
            </a:lvl2pPr>
            <a:lvl3pPr>
              <a:defRPr sz="1050"/>
            </a:lvl3pPr>
            <a:lvl4pPr>
              <a:defRPr sz="875"/>
            </a:lvl4pPr>
            <a:lvl5pPr>
              <a:defRPr sz="875"/>
            </a:lvl5pPr>
            <a:lvl6pPr>
              <a:defRPr sz="875"/>
            </a:lvl6pPr>
            <a:lvl7pPr>
              <a:defRPr sz="875"/>
            </a:lvl7pPr>
            <a:lvl8pPr>
              <a:defRPr sz="875"/>
            </a:lvl8pPr>
            <a:lvl9pPr>
              <a:defRPr sz="8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9905" y="900112"/>
            <a:ext cx="3511365" cy="1667570"/>
          </a:xfrm>
        </p:spPr>
        <p:txBody>
          <a:bodyPr/>
          <a:lstStyle>
            <a:lvl1pPr marL="0" indent="0">
              <a:buNone/>
              <a:defRPr sz="700"/>
            </a:lvl1pPr>
            <a:lvl2pPr marL="200025" indent="0">
              <a:buNone/>
              <a:defRPr sz="613"/>
            </a:lvl2pPr>
            <a:lvl3pPr marL="400050" indent="0">
              <a:buNone/>
              <a:defRPr sz="525"/>
            </a:lvl3pPr>
            <a:lvl4pPr marL="600075" indent="0">
              <a:buNone/>
              <a:defRPr sz="438"/>
            </a:lvl4pPr>
            <a:lvl5pPr marL="800100" indent="0">
              <a:buNone/>
              <a:defRPr sz="438"/>
            </a:lvl5pPr>
            <a:lvl6pPr marL="1000125" indent="0">
              <a:buNone/>
              <a:defRPr sz="438"/>
            </a:lvl6pPr>
            <a:lvl7pPr marL="1200150" indent="0">
              <a:buNone/>
              <a:defRPr sz="438"/>
            </a:lvl7pPr>
            <a:lvl8pPr marL="1400175" indent="0">
              <a:buNone/>
              <a:defRPr sz="438"/>
            </a:lvl8pPr>
            <a:lvl9pPr marL="1600200" indent="0">
              <a:buNone/>
              <a:defRPr sz="438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0FBC-FC4E-44F7-819A-C6D32362B7C1}" type="datetimeFigureOut">
              <a:rPr lang="es-CO" smtClean="0"/>
              <a:t>21/04/2025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0321A-65DF-4965-89FD-742BE6DCF7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72830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905" y="200025"/>
            <a:ext cx="3511365" cy="700088"/>
          </a:xfrm>
        </p:spPr>
        <p:txBody>
          <a:bodyPr anchor="b"/>
          <a:lstStyle>
            <a:lvl1pPr>
              <a:defRPr sz="1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28425" y="431999"/>
            <a:ext cx="5511582" cy="2132211"/>
          </a:xfrm>
        </p:spPr>
        <p:txBody>
          <a:bodyPr anchor="t"/>
          <a:lstStyle>
            <a:lvl1pPr marL="0" indent="0">
              <a:buNone/>
              <a:defRPr sz="1400"/>
            </a:lvl1pPr>
            <a:lvl2pPr marL="200025" indent="0">
              <a:buNone/>
              <a:defRPr sz="1225"/>
            </a:lvl2pPr>
            <a:lvl3pPr marL="400050" indent="0">
              <a:buNone/>
              <a:defRPr sz="1050"/>
            </a:lvl3pPr>
            <a:lvl4pPr marL="600075" indent="0">
              <a:buNone/>
              <a:defRPr sz="875"/>
            </a:lvl4pPr>
            <a:lvl5pPr marL="800100" indent="0">
              <a:buNone/>
              <a:defRPr sz="875"/>
            </a:lvl5pPr>
            <a:lvl6pPr marL="1000125" indent="0">
              <a:buNone/>
              <a:defRPr sz="875"/>
            </a:lvl6pPr>
            <a:lvl7pPr marL="1200150" indent="0">
              <a:buNone/>
              <a:defRPr sz="875"/>
            </a:lvl7pPr>
            <a:lvl8pPr marL="1400175" indent="0">
              <a:buNone/>
              <a:defRPr sz="875"/>
            </a:lvl8pPr>
            <a:lvl9pPr marL="1600200" indent="0">
              <a:buNone/>
              <a:defRPr sz="875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9905" y="900112"/>
            <a:ext cx="3511365" cy="1667570"/>
          </a:xfrm>
        </p:spPr>
        <p:txBody>
          <a:bodyPr/>
          <a:lstStyle>
            <a:lvl1pPr marL="0" indent="0">
              <a:buNone/>
              <a:defRPr sz="700"/>
            </a:lvl1pPr>
            <a:lvl2pPr marL="200025" indent="0">
              <a:buNone/>
              <a:defRPr sz="613"/>
            </a:lvl2pPr>
            <a:lvl3pPr marL="400050" indent="0">
              <a:buNone/>
              <a:defRPr sz="525"/>
            </a:lvl3pPr>
            <a:lvl4pPr marL="600075" indent="0">
              <a:buNone/>
              <a:defRPr sz="438"/>
            </a:lvl4pPr>
            <a:lvl5pPr marL="800100" indent="0">
              <a:buNone/>
              <a:defRPr sz="438"/>
            </a:lvl5pPr>
            <a:lvl6pPr marL="1000125" indent="0">
              <a:buNone/>
              <a:defRPr sz="438"/>
            </a:lvl6pPr>
            <a:lvl7pPr marL="1200150" indent="0">
              <a:buNone/>
              <a:defRPr sz="438"/>
            </a:lvl7pPr>
            <a:lvl8pPr marL="1400175" indent="0">
              <a:buNone/>
              <a:defRPr sz="438"/>
            </a:lvl8pPr>
            <a:lvl9pPr marL="1600200" indent="0">
              <a:buNone/>
              <a:defRPr sz="438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0FBC-FC4E-44F7-819A-C6D32362B7C1}" type="datetimeFigureOut">
              <a:rPr lang="es-CO" smtClean="0"/>
              <a:t>21/04/2025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0321A-65DF-4965-89FD-742BE6DCF7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48084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0FBC-FC4E-44F7-819A-C6D32362B7C1}" type="datetimeFigureOut">
              <a:rPr lang="es-CO" smtClean="0"/>
              <a:t>21/04/2025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0321A-65DF-4965-89FD-742BE6DCF7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525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91063" y="159742"/>
            <a:ext cx="2347526" cy="254267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8487" y="159742"/>
            <a:ext cx="6906488" cy="254267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0FBC-FC4E-44F7-819A-C6D32362B7C1}" type="datetimeFigureOut">
              <a:rPr lang="es-CO" smtClean="0"/>
              <a:t>21/04/2025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0321A-65DF-4965-89FD-742BE6DCF7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63776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8487" y="159742"/>
            <a:ext cx="9390102" cy="579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8487" y="798711"/>
            <a:ext cx="9390102" cy="19037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8486" y="2780903"/>
            <a:ext cx="2449592" cy="1597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2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580FBC-FC4E-44F7-819A-C6D32362B7C1}" type="datetimeFigureOut">
              <a:rPr lang="es-CO" smtClean="0"/>
              <a:t>21/04/2025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06344" y="2780903"/>
            <a:ext cx="3674388" cy="1597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2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88997" y="2780903"/>
            <a:ext cx="2449592" cy="1597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70321A-65DF-4965-89FD-742BE6DCF7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85212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00050" rtl="0" eaLnBrk="1" latinLnBrk="0" hangingPunct="1">
        <a:lnSpc>
          <a:spcPct val="90000"/>
        </a:lnSpc>
        <a:spcBef>
          <a:spcPct val="0"/>
        </a:spcBef>
        <a:buNone/>
        <a:defRPr sz="19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0013" indent="-100013" algn="l" defTabSz="400050" rtl="0" eaLnBrk="1" latinLnBrk="0" hangingPunct="1">
        <a:lnSpc>
          <a:spcPct val="90000"/>
        </a:lnSpc>
        <a:spcBef>
          <a:spcPts val="438"/>
        </a:spcBef>
        <a:buFont typeface="Arial" panose="020B0604020202020204" pitchFamily="34" charset="0"/>
        <a:buChar char="•"/>
        <a:defRPr sz="1225" kern="1200">
          <a:solidFill>
            <a:schemeClr val="tx1"/>
          </a:solidFill>
          <a:latin typeface="+mn-lt"/>
          <a:ea typeface="+mn-ea"/>
          <a:cs typeface="+mn-cs"/>
        </a:defRPr>
      </a:lvl1pPr>
      <a:lvl2pPr marL="300038" indent="-100013" algn="l" defTabSz="400050" rtl="0" eaLnBrk="1" latinLnBrk="0" hangingPunct="1">
        <a:lnSpc>
          <a:spcPct val="90000"/>
        </a:lnSpc>
        <a:spcBef>
          <a:spcPts val="219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500063" indent="-100013" algn="l" defTabSz="400050" rtl="0" eaLnBrk="1" latinLnBrk="0" hangingPunct="1">
        <a:lnSpc>
          <a:spcPct val="90000"/>
        </a:lnSpc>
        <a:spcBef>
          <a:spcPts val="219"/>
        </a:spcBef>
        <a:buFont typeface="Arial" panose="020B0604020202020204" pitchFamily="34" charset="0"/>
        <a:buChar char="•"/>
        <a:defRPr sz="875" kern="1200">
          <a:solidFill>
            <a:schemeClr val="tx1"/>
          </a:solidFill>
          <a:latin typeface="+mn-lt"/>
          <a:ea typeface="+mn-ea"/>
          <a:cs typeface="+mn-cs"/>
        </a:defRPr>
      </a:lvl3pPr>
      <a:lvl4pPr marL="700088" indent="-100013" algn="l" defTabSz="400050" rtl="0" eaLnBrk="1" latinLnBrk="0" hangingPunct="1">
        <a:lnSpc>
          <a:spcPct val="90000"/>
        </a:lnSpc>
        <a:spcBef>
          <a:spcPts val="219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4pPr>
      <a:lvl5pPr marL="900113" indent="-100013" algn="l" defTabSz="400050" rtl="0" eaLnBrk="1" latinLnBrk="0" hangingPunct="1">
        <a:lnSpc>
          <a:spcPct val="90000"/>
        </a:lnSpc>
        <a:spcBef>
          <a:spcPts val="219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5pPr>
      <a:lvl6pPr marL="1100138" indent="-100013" algn="l" defTabSz="400050" rtl="0" eaLnBrk="1" latinLnBrk="0" hangingPunct="1">
        <a:lnSpc>
          <a:spcPct val="90000"/>
        </a:lnSpc>
        <a:spcBef>
          <a:spcPts val="219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6pPr>
      <a:lvl7pPr marL="1300163" indent="-100013" algn="l" defTabSz="400050" rtl="0" eaLnBrk="1" latinLnBrk="0" hangingPunct="1">
        <a:lnSpc>
          <a:spcPct val="90000"/>
        </a:lnSpc>
        <a:spcBef>
          <a:spcPts val="219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7pPr>
      <a:lvl8pPr marL="1500188" indent="-100013" algn="l" defTabSz="400050" rtl="0" eaLnBrk="1" latinLnBrk="0" hangingPunct="1">
        <a:lnSpc>
          <a:spcPct val="90000"/>
        </a:lnSpc>
        <a:spcBef>
          <a:spcPts val="219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8pPr>
      <a:lvl9pPr marL="1700213" indent="-100013" algn="l" defTabSz="400050" rtl="0" eaLnBrk="1" latinLnBrk="0" hangingPunct="1">
        <a:lnSpc>
          <a:spcPct val="90000"/>
        </a:lnSpc>
        <a:spcBef>
          <a:spcPts val="219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00050" rtl="0" eaLnBrk="1" latinLnBrk="0" hangingPunct="1">
        <a:defRPr sz="788" kern="1200">
          <a:solidFill>
            <a:schemeClr val="tx1"/>
          </a:solidFill>
          <a:latin typeface="+mn-lt"/>
          <a:ea typeface="+mn-ea"/>
          <a:cs typeface="+mn-cs"/>
        </a:defRPr>
      </a:lvl1pPr>
      <a:lvl2pPr marL="200025" algn="l" defTabSz="400050" rtl="0" eaLnBrk="1" latinLnBrk="0" hangingPunct="1">
        <a:defRPr sz="788" kern="1200">
          <a:solidFill>
            <a:schemeClr val="tx1"/>
          </a:solidFill>
          <a:latin typeface="+mn-lt"/>
          <a:ea typeface="+mn-ea"/>
          <a:cs typeface="+mn-cs"/>
        </a:defRPr>
      </a:lvl2pPr>
      <a:lvl3pPr marL="400050" algn="l" defTabSz="400050" rtl="0" eaLnBrk="1" latinLnBrk="0" hangingPunct="1">
        <a:defRPr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600075" algn="l" defTabSz="400050" rtl="0" eaLnBrk="1" latinLnBrk="0" hangingPunct="1">
        <a:defRPr sz="788" kern="1200">
          <a:solidFill>
            <a:schemeClr val="tx1"/>
          </a:solidFill>
          <a:latin typeface="+mn-lt"/>
          <a:ea typeface="+mn-ea"/>
          <a:cs typeface="+mn-cs"/>
        </a:defRPr>
      </a:lvl4pPr>
      <a:lvl5pPr marL="800100" algn="l" defTabSz="400050" rtl="0" eaLnBrk="1" latinLnBrk="0" hangingPunct="1">
        <a:defRPr sz="788" kern="1200">
          <a:solidFill>
            <a:schemeClr val="tx1"/>
          </a:solidFill>
          <a:latin typeface="+mn-lt"/>
          <a:ea typeface="+mn-ea"/>
          <a:cs typeface="+mn-cs"/>
        </a:defRPr>
      </a:lvl5pPr>
      <a:lvl6pPr marL="1000125" algn="l" defTabSz="400050" rtl="0" eaLnBrk="1" latinLnBrk="0" hangingPunct="1">
        <a:defRPr sz="788" kern="1200">
          <a:solidFill>
            <a:schemeClr val="tx1"/>
          </a:solidFill>
          <a:latin typeface="+mn-lt"/>
          <a:ea typeface="+mn-ea"/>
          <a:cs typeface="+mn-cs"/>
        </a:defRPr>
      </a:lvl6pPr>
      <a:lvl7pPr marL="1200150" algn="l" defTabSz="400050" rtl="0" eaLnBrk="1" latinLnBrk="0" hangingPunct="1">
        <a:defRPr sz="788" kern="1200">
          <a:solidFill>
            <a:schemeClr val="tx1"/>
          </a:solidFill>
          <a:latin typeface="+mn-lt"/>
          <a:ea typeface="+mn-ea"/>
          <a:cs typeface="+mn-cs"/>
        </a:defRPr>
      </a:lvl7pPr>
      <a:lvl8pPr marL="1400175" algn="l" defTabSz="400050" rtl="0" eaLnBrk="1" latinLnBrk="0" hangingPunct="1">
        <a:defRPr sz="788" kern="1200">
          <a:solidFill>
            <a:schemeClr val="tx1"/>
          </a:solidFill>
          <a:latin typeface="+mn-lt"/>
          <a:ea typeface="+mn-ea"/>
          <a:cs typeface="+mn-cs"/>
        </a:defRPr>
      </a:lvl8pPr>
      <a:lvl9pPr marL="1600200" algn="l" defTabSz="400050" rtl="0" eaLnBrk="1" latinLnBrk="0" hangingPunct="1">
        <a:defRPr sz="7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9159B188-4FF4-4BB3-AC02-DD4A7895C85F}"/>
              </a:ext>
            </a:extLst>
          </p:cNvPr>
          <p:cNvSpPr txBox="1"/>
          <p:nvPr/>
        </p:nvSpPr>
        <p:spPr>
          <a:xfrm>
            <a:off x="4657058" y="285056"/>
            <a:ext cx="6013591" cy="957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500"/>
              </a:lnSpc>
            </a:pPr>
            <a:r>
              <a:rPr lang="es-ES" sz="4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Nombre y apellido</a:t>
            </a:r>
          </a:p>
          <a:p>
            <a:pPr>
              <a:lnSpc>
                <a:spcPts val="3500"/>
              </a:lnSpc>
            </a:pPr>
            <a:r>
              <a:rPr lang="es-ES" sz="2800" dirty="0">
                <a:solidFill>
                  <a:srgbClr val="738E9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 Cargo</a:t>
            </a:r>
            <a:endParaRPr lang="es-CO" sz="4400" dirty="0">
              <a:solidFill>
                <a:srgbClr val="738E91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68A35E7-86C5-4D8E-9C9D-B8444814B444}"/>
              </a:ext>
            </a:extLst>
          </p:cNvPr>
          <p:cNvSpPr txBox="1"/>
          <p:nvPr/>
        </p:nvSpPr>
        <p:spPr>
          <a:xfrm>
            <a:off x="4749208" y="1242947"/>
            <a:ext cx="4749210" cy="990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300 000 0000</a:t>
            </a:r>
          </a:p>
          <a:p>
            <a:pPr>
              <a:lnSpc>
                <a:spcPts val="2400"/>
              </a:lnSpc>
            </a:pP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Correo.electronico@firplak.com</a:t>
            </a:r>
          </a:p>
          <a:p>
            <a:pPr>
              <a:lnSpc>
                <a:spcPts val="2400"/>
              </a:lnSpc>
            </a:pP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Calle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 29 # 41 - 15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Itagüí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,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Antioquia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.</a:t>
            </a:r>
            <a:endParaRPr lang="es-CO" dirty="0">
              <a:solidFill>
                <a:schemeClr val="bg2">
                  <a:lumMod val="25000"/>
                </a:schemeClr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599DE51C-5107-AC65-D521-61FCA0234E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" y="0"/>
            <a:ext cx="10884072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108319"/>
      </p:ext>
    </p:extLst>
  </p:cSld>
  <p:clrMapOvr>
    <a:masterClrMapping/>
  </p:clrMapOvr>
  <p:timing>
    <p:tnLst>
      <p:par>
        <p:cTn id="1" dur="indefinite" restart="never" nodeType="tmRoot">
          <p:childTnLst>
            <p:par>
              <p:cTn id="2"/>
            </p:par>
            <p:par>
              <p:cTn id="3"/>
            </p:par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</TotalTime>
  <Words>25</Words>
  <Application>Microsoft Office PowerPoint</Application>
  <PresentationFormat>Personalizado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Narrow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Molina Isaza</dc:creator>
  <cp:lastModifiedBy>Gabriel Molina Isaza</cp:lastModifiedBy>
  <cp:revision>3</cp:revision>
  <dcterms:created xsi:type="dcterms:W3CDTF">2025-04-21T14:49:21Z</dcterms:created>
  <dcterms:modified xsi:type="dcterms:W3CDTF">2025-04-21T17:16:18Z</dcterms:modified>
</cp:coreProperties>
</file>